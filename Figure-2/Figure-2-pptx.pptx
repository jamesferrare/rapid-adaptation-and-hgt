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602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94"/>
  </p:normalViewPr>
  <p:slideViewPr>
    <p:cSldViewPr snapToGrid="0">
      <p:cViewPr varScale="1">
        <p:scale>
          <a:sx n="104" d="100"/>
          <a:sy n="104" d="100"/>
        </p:scale>
        <p:origin x="232" y="5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0050F0-EEC3-E8F0-16BD-80A244E622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E386D10-BD98-B9A2-AA08-5F3CE046CD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E86364-9E43-EEF6-2A6D-E19D43437D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3B9DD4-31F8-2449-A826-61F409CB74E7}" type="datetimeFigureOut">
              <a:rPr lang="en-US" smtClean="0"/>
              <a:t>2/16/26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670CD0-0DAA-5044-01DB-84AB58EBD0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A2125D-ED2F-FE36-0409-D6D353AFD9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AB2713-3E32-5545-975D-095F94BC90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72109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5D2EAD-3CD5-892E-84A4-07169960E2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A77EA0-3078-1DA6-EA93-B1D086E5E7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DF78BE-24E4-0652-1DC1-FA4031D24E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3B9DD4-31F8-2449-A826-61F409CB74E7}" type="datetimeFigureOut">
              <a:rPr lang="en-US" smtClean="0"/>
              <a:t>2/16/26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B9EBF8-A750-9512-2377-9FCAC115A6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400FAE-6B51-A673-37F8-78DA012FE1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AB2713-3E32-5545-975D-095F94BC90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99679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D90A52-08FB-1198-B804-6143DA0DBB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3166F5-6EA6-BFFB-1213-98FD40D695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AA4374-CAB6-8540-9B3A-7FC7EEC191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3B9DD4-31F8-2449-A826-61F409CB74E7}" type="datetimeFigureOut">
              <a:rPr lang="en-US" smtClean="0"/>
              <a:t>2/16/26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AD567-DB29-B5FD-B8B7-DCEC617E4C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B13F99-AAF4-2A4E-47B1-341F6C23A5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AB2713-3E32-5545-975D-095F94BC90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42539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B18015-4AED-578C-5044-7E6D4362D9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836978-16D0-2904-5520-1FFF8CDE7BE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C9083A-E71D-96F6-16EE-3321218057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B22295-BE25-4B03-C715-8F2E097D32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3B9DD4-31F8-2449-A826-61F409CB74E7}" type="datetimeFigureOut">
              <a:rPr lang="en-US" smtClean="0"/>
              <a:t>2/16/26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67CA05-B63F-96AF-DA98-A16CDB33B4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6DDE58-6BC2-7E64-BBF3-D960A2D93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AB2713-3E32-5545-975D-095F94BC90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341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AE4C70-8195-14CB-07A4-670E3BC1C3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89FF92-C101-9765-4A50-A78004B1D1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003141-CA92-0A28-D720-0E40410A55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61033DF-1283-01D2-9CFB-C4CBB642E87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5646EEC-FF71-2C71-256D-D06272FB11D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6924E8E-6A15-F7EB-20BA-CA39F5408E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3B9DD4-31F8-2449-A826-61F409CB74E7}" type="datetimeFigureOut">
              <a:rPr lang="en-US" smtClean="0"/>
              <a:t>2/16/26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C153B43-902E-E7E8-37E5-CCFCAB1AC4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D707AF-CC5E-838C-E594-BC0000162C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AB2713-3E32-5545-975D-095F94BC90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62285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1C4F50-69EB-9E93-41E9-999CD0E077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FFD3A9E-B026-1BEE-65F0-E0B2CD1518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3B9DD4-31F8-2449-A826-61F409CB74E7}" type="datetimeFigureOut">
              <a:rPr lang="en-US" smtClean="0"/>
              <a:t>2/16/26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7D80AF-7EFE-3C76-C645-4686A38E8D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85E004-C794-51A0-EB70-A75DF2128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AB2713-3E32-5545-975D-095F94BC90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2220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418E61F-9E20-CE16-49A3-D5DD6DECCA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3B9DD4-31F8-2449-A826-61F409CB74E7}" type="datetimeFigureOut">
              <a:rPr lang="en-US" smtClean="0"/>
              <a:t>2/16/26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1C4F2C-53A4-908F-3276-786EB2D1A7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439497-B9B3-FB75-ED3A-44228E8A0E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AB2713-3E32-5545-975D-095F94BC90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49320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28D0C2-DF44-35A3-AD3E-75DCF014B9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92BA57-2DBC-C30B-F384-5DACE787D5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3A407B6-5231-B779-D28E-64F66DEE29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771E9F-69B9-9962-9E0A-1773B703AF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3B9DD4-31F8-2449-A826-61F409CB74E7}" type="datetimeFigureOut">
              <a:rPr lang="en-US" smtClean="0"/>
              <a:t>2/16/26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4A3844-2870-FC66-146D-BDB04D067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A419FA-74CF-444E-0C01-DF89B247A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AB2713-3E32-5545-975D-095F94BC90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85284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448DBC-8EC4-2A63-7D53-02D2B87B0B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88E05B6-7CB3-678D-CD2F-2CC0484DE16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E824B2-6FB9-5CA7-A284-13BBB9A745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971861-1889-4790-803C-57226EB284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3B9DD4-31F8-2449-A826-61F409CB74E7}" type="datetimeFigureOut">
              <a:rPr lang="en-US" smtClean="0"/>
              <a:t>2/16/26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FF5012-D9E7-A897-F164-60728A8298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B57AC8-E3C2-2567-6725-DA27C18CBD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AB2713-3E32-5545-975D-095F94BC90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65834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5B99C7-6F3F-7D36-C1CC-9793811A82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09D0676-D12A-DA45-9CFC-6CAB98ACC0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7CC8B9-5FB3-309E-4F05-8D73F6F26E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3B9DD4-31F8-2449-A826-61F409CB74E7}" type="datetimeFigureOut">
              <a:rPr lang="en-US" smtClean="0"/>
              <a:t>2/16/26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D4B39B-B502-83DB-E83E-920415733E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74EF76-9BB2-00E8-840E-94FEA202B2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AB2713-3E32-5545-975D-095F94BC90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93795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7FA36A7-FA99-3D1A-F244-750E32CD55E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E95029-5EAC-1A21-4411-785E1BB262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CD46EE-FF01-45F8-8EDC-81A07588FF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3B9DD4-31F8-2449-A826-61F409CB74E7}" type="datetimeFigureOut">
              <a:rPr lang="en-US" smtClean="0"/>
              <a:t>2/16/26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5128EB-5B04-D7FF-48D8-D617D42AEF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D2402B-32F6-F2B1-2AAE-C1EC5B6FB6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AB2713-3E32-5545-975D-095F94BC90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47886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40A8C9F-E2AE-0FA7-E357-55BBAA3683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2C66A3-2EBD-5C85-BDE7-DB047EE838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A1BB84-A9C1-E99E-6DC3-BC818B0B65B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3B9DD4-31F8-2449-A826-61F409CB74E7}" type="datetimeFigureOut">
              <a:rPr lang="en-US" smtClean="0"/>
              <a:t>2/16/26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61240A-3AB0-B43C-5CAC-A05B0C2969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FCE444-6B6F-18D9-E448-418B5E77C3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0AB2713-3E32-5545-975D-095F94BC90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32683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8F21B7-6E0B-742D-D58F-22028096C5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442F1FC1-70AC-83E4-1B50-2B1262F1CC6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0696" r="29642"/>
          <a:stretch/>
        </p:blipFill>
        <p:spPr>
          <a:xfrm>
            <a:off x="6202664" y="1689474"/>
            <a:ext cx="2479398" cy="27432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DBCA644-A1EB-92B8-683A-757048F42347}"/>
              </a:ext>
            </a:extLst>
          </p:cNvPr>
          <p:cNvSpPr txBox="1"/>
          <p:nvPr/>
        </p:nvSpPr>
        <p:spPr>
          <a:xfrm>
            <a:off x="-53418" y="1375151"/>
            <a:ext cx="2237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Grandview" panose="020B0502040204020203" pitchFamily="34" charset="0"/>
                <a:cs typeface="Arial" panose="020B0604020202020204" pitchFamily="34" charset="0"/>
              </a:rPr>
              <a:t>a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6124663-D3D7-12C8-4105-72A9210A40BD}"/>
              </a:ext>
            </a:extLst>
          </p:cNvPr>
          <p:cNvSpPr txBox="1"/>
          <p:nvPr/>
        </p:nvSpPr>
        <p:spPr>
          <a:xfrm>
            <a:off x="6056506" y="1331677"/>
            <a:ext cx="2237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Grandview" panose="020B0502040204020203" pitchFamily="34" charset="0"/>
                <a:cs typeface="Arial" panose="020B0604020202020204" pitchFamily="34" charset="0"/>
              </a:rPr>
              <a:t>c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22EDAC4-A0D1-5435-7764-9802BB80EF62}"/>
              </a:ext>
            </a:extLst>
          </p:cNvPr>
          <p:cNvSpPr txBox="1"/>
          <p:nvPr/>
        </p:nvSpPr>
        <p:spPr>
          <a:xfrm>
            <a:off x="3201468" y="1373989"/>
            <a:ext cx="2237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Grandview" panose="020B0502040204020203" pitchFamily="34" charset="0"/>
                <a:cs typeface="Arial" panose="020B0604020202020204" pitchFamily="34" charset="0"/>
              </a:rPr>
              <a:t>b</a:t>
            </a:r>
          </a:p>
        </p:txBody>
      </p:sp>
      <p:grpSp>
        <p:nvGrpSpPr>
          <p:cNvPr id="147" name="Group 146">
            <a:extLst>
              <a:ext uri="{FF2B5EF4-FFF2-40B4-BE49-F238E27FC236}">
                <a16:creationId xmlns:a16="http://schemas.microsoft.com/office/drawing/2014/main" id="{46847931-4FE2-F147-C0BA-A16A3D897FBB}"/>
              </a:ext>
            </a:extLst>
          </p:cNvPr>
          <p:cNvGrpSpPr/>
          <p:nvPr/>
        </p:nvGrpSpPr>
        <p:grpSpPr>
          <a:xfrm>
            <a:off x="105004" y="868116"/>
            <a:ext cx="3217406" cy="7065368"/>
            <a:chOff x="46137" y="1278818"/>
            <a:chExt cx="3217406" cy="6093847"/>
          </a:xfrm>
        </p:grpSpPr>
        <p:grpSp>
          <p:nvGrpSpPr>
            <p:cNvPr id="141" name="Group 140">
              <a:extLst>
                <a:ext uri="{FF2B5EF4-FFF2-40B4-BE49-F238E27FC236}">
                  <a16:creationId xmlns:a16="http://schemas.microsoft.com/office/drawing/2014/main" id="{16A2FB9C-F056-F232-BC61-B47A60E8B71D}"/>
                </a:ext>
              </a:extLst>
            </p:cNvPr>
            <p:cNvGrpSpPr/>
            <p:nvPr/>
          </p:nvGrpSpPr>
          <p:grpSpPr>
            <a:xfrm>
              <a:off x="46137" y="1278818"/>
              <a:ext cx="3217406" cy="6093847"/>
              <a:chOff x="770474" y="596091"/>
              <a:chExt cx="3453199" cy="7804018"/>
            </a:xfrm>
          </p:grpSpPr>
          <p:grpSp>
            <p:nvGrpSpPr>
              <p:cNvPr id="71" name="Group 70">
                <a:extLst>
                  <a:ext uri="{FF2B5EF4-FFF2-40B4-BE49-F238E27FC236}">
                    <a16:creationId xmlns:a16="http://schemas.microsoft.com/office/drawing/2014/main" id="{E5C94C9E-0058-63D1-7EC2-45B0090A5ECF}"/>
                  </a:ext>
                </a:extLst>
              </p:cNvPr>
              <p:cNvGrpSpPr/>
              <p:nvPr/>
            </p:nvGrpSpPr>
            <p:grpSpPr>
              <a:xfrm>
                <a:off x="770474" y="596091"/>
                <a:ext cx="3453199" cy="7804018"/>
                <a:chOff x="3667000" y="967051"/>
                <a:chExt cx="3427819" cy="5479703"/>
              </a:xfrm>
            </p:grpSpPr>
            <p:sp>
              <p:nvSpPr>
                <p:cNvPr id="74" name="Freeform 73">
                  <a:extLst>
                    <a:ext uri="{FF2B5EF4-FFF2-40B4-BE49-F238E27FC236}">
                      <a16:creationId xmlns:a16="http://schemas.microsoft.com/office/drawing/2014/main" id="{6378503F-1515-667D-E15C-1B307269D960}"/>
                    </a:ext>
                  </a:extLst>
                </p:cNvPr>
                <p:cNvSpPr/>
                <p:nvPr/>
              </p:nvSpPr>
              <p:spPr>
                <a:xfrm>
                  <a:off x="4152614" y="1577856"/>
                  <a:ext cx="2832577" cy="1258159"/>
                </a:xfrm>
                <a:custGeom>
                  <a:avLst/>
                  <a:gdLst>
                    <a:gd name="connsiteX0" fmla="*/ 0 w 2832577"/>
                    <a:gd name="connsiteY0" fmla="*/ 687518 h 1258159"/>
                    <a:gd name="connsiteX1" fmla="*/ 305945 w 2832577"/>
                    <a:gd name="connsiteY1" fmla="*/ 615329 h 1258159"/>
                    <a:gd name="connsiteX2" fmla="*/ 532827 w 2832577"/>
                    <a:gd name="connsiteY2" fmla="*/ 536264 h 1258159"/>
                    <a:gd name="connsiteX3" fmla="*/ 708144 w 2832577"/>
                    <a:gd name="connsiteY3" fmla="*/ 457200 h 1258159"/>
                    <a:gd name="connsiteX4" fmla="*/ 886899 w 2832577"/>
                    <a:gd name="connsiteY4" fmla="*/ 330009 h 1258159"/>
                    <a:gd name="connsiteX5" fmla="*/ 1048466 w 2832577"/>
                    <a:gd name="connsiteY5" fmla="*/ 220006 h 1258159"/>
                    <a:gd name="connsiteX6" fmla="*/ 1213470 w 2832577"/>
                    <a:gd name="connsiteY6" fmla="*/ 96252 h 1258159"/>
                    <a:gd name="connsiteX7" fmla="*/ 1295972 w 2832577"/>
                    <a:gd name="connsiteY7" fmla="*/ 13750 h 1258159"/>
                    <a:gd name="connsiteX8" fmla="*/ 2213810 w 2832577"/>
                    <a:gd name="connsiteY8" fmla="*/ 0 h 1258159"/>
                    <a:gd name="connsiteX9" fmla="*/ 2829139 w 2832577"/>
                    <a:gd name="connsiteY9" fmla="*/ 13750 h 1258159"/>
                    <a:gd name="connsiteX10" fmla="*/ 2832577 w 2832577"/>
                    <a:gd name="connsiteY10" fmla="*/ 275007 h 1258159"/>
                    <a:gd name="connsiteX11" fmla="*/ 2760388 w 2832577"/>
                    <a:gd name="connsiteY11" fmla="*/ 398761 h 1258159"/>
                    <a:gd name="connsiteX12" fmla="*/ 2664135 w 2832577"/>
                    <a:gd name="connsiteY12" fmla="*/ 539702 h 1258159"/>
                    <a:gd name="connsiteX13" fmla="*/ 2526631 w 2832577"/>
                    <a:gd name="connsiteY13" fmla="*/ 721894 h 1258159"/>
                    <a:gd name="connsiteX14" fmla="*/ 2409753 w 2832577"/>
                    <a:gd name="connsiteY14" fmla="*/ 835335 h 1258159"/>
                    <a:gd name="connsiteX15" fmla="*/ 2261936 w 2832577"/>
                    <a:gd name="connsiteY15" fmla="*/ 935025 h 1258159"/>
                    <a:gd name="connsiteX16" fmla="*/ 2217248 w 2832577"/>
                    <a:gd name="connsiteY16" fmla="*/ 900649 h 1258159"/>
                    <a:gd name="connsiteX17" fmla="*/ 2090057 w 2832577"/>
                    <a:gd name="connsiteY17" fmla="*/ 807834 h 1258159"/>
                    <a:gd name="connsiteX18" fmla="*/ 1897551 w 2832577"/>
                    <a:gd name="connsiteY18" fmla="*/ 694394 h 1258159"/>
                    <a:gd name="connsiteX19" fmla="*/ 1722234 w 2832577"/>
                    <a:gd name="connsiteY19" fmla="*/ 618767 h 1258159"/>
                    <a:gd name="connsiteX20" fmla="*/ 1883801 w 2832577"/>
                    <a:gd name="connsiteY20" fmla="*/ 690956 h 1258159"/>
                    <a:gd name="connsiteX21" fmla="*/ 1756610 w 2832577"/>
                    <a:gd name="connsiteY21" fmla="*/ 897212 h 1258159"/>
                    <a:gd name="connsiteX22" fmla="*/ 1591606 w 2832577"/>
                    <a:gd name="connsiteY22" fmla="*/ 1113780 h 1258159"/>
                    <a:gd name="connsiteX23" fmla="*/ 1436914 w 2832577"/>
                    <a:gd name="connsiteY23" fmla="*/ 1258159 h 1258159"/>
                    <a:gd name="connsiteX24" fmla="*/ 1237533 w 2832577"/>
                    <a:gd name="connsiteY24" fmla="*/ 1127530 h 1258159"/>
                    <a:gd name="connsiteX25" fmla="*/ 996902 w 2832577"/>
                    <a:gd name="connsiteY25" fmla="*/ 1000339 h 1258159"/>
                    <a:gd name="connsiteX26" fmla="*/ 770021 w 2832577"/>
                    <a:gd name="connsiteY26" fmla="*/ 897212 h 1258159"/>
                    <a:gd name="connsiteX27" fmla="*/ 495013 w 2832577"/>
                    <a:gd name="connsiteY27" fmla="*/ 800959 h 1258159"/>
                    <a:gd name="connsiteX28" fmla="*/ 189067 w 2832577"/>
                    <a:gd name="connsiteY28" fmla="*/ 739082 h 1258159"/>
                    <a:gd name="connsiteX29" fmla="*/ 0 w 2832577"/>
                    <a:gd name="connsiteY29" fmla="*/ 687518 h 12581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</a:cxnLst>
                  <a:rect l="l" t="t" r="r" b="b"/>
                  <a:pathLst>
                    <a:path w="2832577" h="1258159">
                      <a:moveTo>
                        <a:pt x="0" y="687518"/>
                      </a:moveTo>
                      <a:lnTo>
                        <a:pt x="305945" y="615329"/>
                      </a:lnTo>
                      <a:lnTo>
                        <a:pt x="532827" y="536264"/>
                      </a:lnTo>
                      <a:lnTo>
                        <a:pt x="708144" y="457200"/>
                      </a:lnTo>
                      <a:lnTo>
                        <a:pt x="886899" y="330009"/>
                      </a:lnTo>
                      <a:lnTo>
                        <a:pt x="1048466" y="220006"/>
                      </a:lnTo>
                      <a:lnTo>
                        <a:pt x="1213470" y="96252"/>
                      </a:lnTo>
                      <a:lnTo>
                        <a:pt x="1295972" y="13750"/>
                      </a:lnTo>
                      <a:lnTo>
                        <a:pt x="2213810" y="0"/>
                      </a:lnTo>
                      <a:lnTo>
                        <a:pt x="2829139" y="13750"/>
                      </a:lnTo>
                      <a:lnTo>
                        <a:pt x="2832577" y="275007"/>
                      </a:lnTo>
                      <a:lnTo>
                        <a:pt x="2760388" y="398761"/>
                      </a:lnTo>
                      <a:lnTo>
                        <a:pt x="2664135" y="539702"/>
                      </a:lnTo>
                      <a:lnTo>
                        <a:pt x="2526631" y="721894"/>
                      </a:lnTo>
                      <a:lnTo>
                        <a:pt x="2409753" y="835335"/>
                      </a:lnTo>
                      <a:lnTo>
                        <a:pt x="2261936" y="935025"/>
                      </a:lnTo>
                      <a:lnTo>
                        <a:pt x="2217248" y="900649"/>
                      </a:lnTo>
                      <a:lnTo>
                        <a:pt x="2090057" y="807834"/>
                      </a:lnTo>
                      <a:lnTo>
                        <a:pt x="1897551" y="694394"/>
                      </a:lnTo>
                      <a:lnTo>
                        <a:pt x="1722234" y="618767"/>
                      </a:lnTo>
                      <a:lnTo>
                        <a:pt x="1883801" y="690956"/>
                      </a:lnTo>
                      <a:lnTo>
                        <a:pt x="1756610" y="897212"/>
                      </a:lnTo>
                      <a:lnTo>
                        <a:pt x="1591606" y="1113780"/>
                      </a:lnTo>
                      <a:lnTo>
                        <a:pt x="1436914" y="1258159"/>
                      </a:lnTo>
                      <a:lnTo>
                        <a:pt x="1237533" y="1127530"/>
                      </a:lnTo>
                      <a:lnTo>
                        <a:pt x="996902" y="1000339"/>
                      </a:lnTo>
                      <a:lnTo>
                        <a:pt x="770021" y="897212"/>
                      </a:lnTo>
                      <a:lnTo>
                        <a:pt x="495013" y="800959"/>
                      </a:lnTo>
                      <a:lnTo>
                        <a:pt x="189067" y="739082"/>
                      </a:lnTo>
                      <a:lnTo>
                        <a:pt x="0" y="687518"/>
                      </a:lnTo>
                      <a:close/>
                    </a:path>
                  </a:pathLst>
                </a:custGeom>
                <a:solidFill>
                  <a:schemeClr val="accent1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>
                    <a:solidFill>
                      <a:schemeClr val="tx2">
                        <a:lumMod val="25000"/>
                        <a:lumOff val="75000"/>
                      </a:schemeClr>
                    </a:solidFill>
                  </a:endParaRPr>
                </a:p>
              </p:txBody>
            </p:sp>
            <p:sp>
              <p:nvSpPr>
                <p:cNvPr id="72" name="Freeform 71">
                  <a:extLst>
                    <a:ext uri="{FF2B5EF4-FFF2-40B4-BE49-F238E27FC236}">
                      <a16:creationId xmlns:a16="http://schemas.microsoft.com/office/drawing/2014/main" id="{3E95849D-7136-C7C8-8A5A-0BAFA51C63CC}"/>
                    </a:ext>
                  </a:extLst>
                </p:cNvPr>
                <p:cNvSpPr/>
                <p:nvPr/>
              </p:nvSpPr>
              <p:spPr>
                <a:xfrm>
                  <a:off x="4111362" y="1581293"/>
                  <a:ext cx="1337224" cy="2021305"/>
                </a:xfrm>
                <a:custGeom>
                  <a:avLst/>
                  <a:gdLst>
                    <a:gd name="connsiteX0" fmla="*/ 10313 w 1337224"/>
                    <a:gd name="connsiteY0" fmla="*/ 0 h 2021305"/>
                    <a:gd name="connsiteX1" fmla="*/ 0 w 1337224"/>
                    <a:gd name="connsiteY1" fmla="*/ 2021305 h 2021305"/>
                    <a:gd name="connsiteX2" fmla="*/ 1086280 w 1337224"/>
                    <a:gd name="connsiteY2" fmla="*/ 2021305 h 2021305"/>
                    <a:gd name="connsiteX3" fmla="*/ 1020966 w 1337224"/>
                    <a:gd name="connsiteY3" fmla="*/ 1921615 h 2021305"/>
                    <a:gd name="connsiteX4" fmla="*/ 900650 w 1337224"/>
                    <a:gd name="connsiteY4" fmla="*/ 1777236 h 2021305"/>
                    <a:gd name="connsiteX5" fmla="*/ 783772 w 1337224"/>
                    <a:gd name="connsiteY5" fmla="*/ 1670671 h 2021305"/>
                    <a:gd name="connsiteX6" fmla="*/ 611892 w 1337224"/>
                    <a:gd name="connsiteY6" fmla="*/ 1564105 h 2021305"/>
                    <a:gd name="connsiteX7" fmla="*/ 453763 w 1337224"/>
                    <a:gd name="connsiteY7" fmla="*/ 1498791 h 2021305"/>
                    <a:gd name="connsiteX8" fmla="*/ 453763 w 1337224"/>
                    <a:gd name="connsiteY8" fmla="*/ 1485041 h 2021305"/>
                    <a:gd name="connsiteX9" fmla="*/ 625643 w 1337224"/>
                    <a:gd name="connsiteY9" fmla="*/ 1419727 h 2021305"/>
                    <a:gd name="connsiteX10" fmla="*/ 811273 w 1337224"/>
                    <a:gd name="connsiteY10" fmla="*/ 1313161 h 2021305"/>
                    <a:gd name="connsiteX11" fmla="*/ 965964 w 1337224"/>
                    <a:gd name="connsiteY11" fmla="*/ 1151594 h 2021305"/>
                    <a:gd name="connsiteX12" fmla="*/ 1075967 w 1337224"/>
                    <a:gd name="connsiteY12" fmla="*/ 1024403 h 2021305"/>
                    <a:gd name="connsiteX13" fmla="*/ 907525 w 1337224"/>
                    <a:gd name="connsiteY13" fmla="*/ 935026 h 2021305"/>
                    <a:gd name="connsiteX14" fmla="*/ 752833 w 1337224"/>
                    <a:gd name="connsiteY14" fmla="*/ 869712 h 2021305"/>
                    <a:gd name="connsiteX15" fmla="*/ 536265 w 1337224"/>
                    <a:gd name="connsiteY15" fmla="*/ 797522 h 2021305"/>
                    <a:gd name="connsiteX16" fmla="*/ 326572 w 1337224"/>
                    <a:gd name="connsiteY16" fmla="*/ 749396 h 2021305"/>
                    <a:gd name="connsiteX17" fmla="*/ 123754 w 1337224"/>
                    <a:gd name="connsiteY17" fmla="*/ 711582 h 2021305"/>
                    <a:gd name="connsiteX18" fmla="*/ 37814 w 1337224"/>
                    <a:gd name="connsiteY18" fmla="*/ 690957 h 2021305"/>
                    <a:gd name="connsiteX19" fmla="*/ 226882 w 1337224"/>
                    <a:gd name="connsiteY19" fmla="*/ 632518 h 2021305"/>
                    <a:gd name="connsiteX20" fmla="*/ 491576 w 1337224"/>
                    <a:gd name="connsiteY20" fmla="*/ 560328 h 2021305"/>
                    <a:gd name="connsiteX21" fmla="*/ 677206 w 1337224"/>
                    <a:gd name="connsiteY21" fmla="*/ 484701 h 2021305"/>
                    <a:gd name="connsiteX22" fmla="*/ 904088 w 1337224"/>
                    <a:gd name="connsiteY22" fmla="*/ 350635 h 2021305"/>
                    <a:gd name="connsiteX23" fmla="*/ 1127531 w 1337224"/>
                    <a:gd name="connsiteY23" fmla="*/ 199381 h 2021305"/>
                    <a:gd name="connsiteX24" fmla="*/ 1337224 w 1337224"/>
                    <a:gd name="connsiteY24" fmla="*/ 10313 h 2021305"/>
                    <a:gd name="connsiteX25" fmla="*/ 10313 w 1337224"/>
                    <a:gd name="connsiteY25" fmla="*/ 0 h 202130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</a:cxnLst>
                  <a:rect l="l" t="t" r="r" b="b"/>
                  <a:pathLst>
                    <a:path w="1337224" h="2021305">
                      <a:moveTo>
                        <a:pt x="10313" y="0"/>
                      </a:moveTo>
                      <a:cubicBezTo>
                        <a:pt x="6875" y="673768"/>
                        <a:pt x="3438" y="1347537"/>
                        <a:pt x="0" y="2021305"/>
                      </a:cubicBezTo>
                      <a:lnTo>
                        <a:pt x="1086280" y="2021305"/>
                      </a:lnTo>
                      <a:lnTo>
                        <a:pt x="1020966" y="1921615"/>
                      </a:lnTo>
                      <a:lnTo>
                        <a:pt x="900650" y="1777236"/>
                      </a:lnTo>
                      <a:lnTo>
                        <a:pt x="783772" y="1670671"/>
                      </a:lnTo>
                      <a:lnTo>
                        <a:pt x="611892" y="1564105"/>
                      </a:lnTo>
                      <a:lnTo>
                        <a:pt x="453763" y="1498791"/>
                      </a:lnTo>
                      <a:lnTo>
                        <a:pt x="453763" y="1485041"/>
                      </a:lnTo>
                      <a:lnTo>
                        <a:pt x="625643" y="1419727"/>
                      </a:lnTo>
                      <a:lnTo>
                        <a:pt x="811273" y="1313161"/>
                      </a:lnTo>
                      <a:lnTo>
                        <a:pt x="965964" y="1151594"/>
                      </a:lnTo>
                      <a:lnTo>
                        <a:pt x="1075967" y="1024403"/>
                      </a:lnTo>
                      <a:lnTo>
                        <a:pt x="907525" y="935026"/>
                      </a:lnTo>
                      <a:lnTo>
                        <a:pt x="752833" y="869712"/>
                      </a:lnTo>
                      <a:lnTo>
                        <a:pt x="536265" y="797522"/>
                      </a:lnTo>
                      <a:lnTo>
                        <a:pt x="326572" y="749396"/>
                      </a:lnTo>
                      <a:lnTo>
                        <a:pt x="123754" y="711582"/>
                      </a:lnTo>
                      <a:lnTo>
                        <a:pt x="37814" y="690957"/>
                      </a:lnTo>
                      <a:lnTo>
                        <a:pt x="226882" y="632518"/>
                      </a:lnTo>
                      <a:lnTo>
                        <a:pt x="491576" y="560328"/>
                      </a:lnTo>
                      <a:lnTo>
                        <a:pt x="677206" y="484701"/>
                      </a:lnTo>
                      <a:lnTo>
                        <a:pt x="904088" y="350635"/>
                      </a:lnTo>
                      <a:lnTo>
                        <a:pt x="1127531" y="199381"/>
                      </a:lnTo>
                      <a:lnTo>
                        <a:pt x="1337224" y="10313"/>
                      </a:lnTo>
                      <a:lnTo>
                        <a:pt x="10313" y="0"/>
                      </a:lnTo>
                      <a:close/>
                    </a:path>
                  </a:pathLst>
                </a:custGeom>
                <a:solidFill>
                  <a:schemeClr val="bg2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3" name="Freeform 72">
                  <a:extLst>
                    <a:ext uri="{FF2B5EF4-FFF2-40B4-BE49-F238E27FC236}">
                      <a16:creationId xmlns:a16="http://schemas.microsoft.com/office/drawing/2014/main" id="{7BC7932E-FA08-A935-098E-9607F961E180}"/>
                    </a:ext>
                  </a:extLst>
                </p:cNvPr>
                <p:cNvSpPr/>
                <p:nvPr/>
              </p:nvSpPr>
              <p:spPr>
                <a:xfrm>
                  <a:off x="4572000" y="2279125"/>
                  <a:ext cx="2416629" cy="1323473"/>
                </a:xfrm>
                <a:custGeom>
                  <a:avLst/>
                  <a:gdLst>
                    <a:gd name="connsiteX0" fmla="*/ 0 w 2416629"/>
                    <a:gd name="connsiteY0" fmla="*/ 780334 h 1323473"/>
                    <a:gd name="connsiteX1" fmla="*/ 275008 w 2416629"/>
                    <a:gd name="connsiteY1" fmla="*/ 666893 h 1323473"/>
                    <a:gd name="connsiteX2" fmla="*/ 477826 w 2416629"/>
                    <a:gd name="connsiteY2" fmla="*/ 498451 h 1323473"/>
                    <a:gd name="connsiteX3" fmla="*/ 618767 w 2416629"/>
                    <a:gd name="connsiteY3" fmla="*/ 330009 h 1323473"/>
                    <a:gd name="connsiteX4" fmla="*/ 742520 w 2416629"/>
                    <a:gd name="connsiteY4" fmla="*/ 395323 h 1323473"/>
                    <a:gd name="connsiteX5" fmla="*/ 876586 w 2416629"/>
                    <a:gd name="connsiteY5" fmla="*/ 467513 h 1323473"/>
                    <a:gd name="connsiteX6" fmla="*/ 1017528 w 2416629"/>
                    <a:gd name="connsiteY6" fmla="*/ 556890 h 1323473"/>
                    <a:gd name="connsiteX7" fmla="*/ 1120656 w 2416629"/>
                    <a:gd name="connsiteY7" fmla="*/ 481263 h 1323473"/>
                    <a:gd name="connsiteX8" fmla="*/ 1251284 w 2416629"/>
                    <a:gd name="connsiteY8" fmla="*/ 319696 h 1323473"/>
                    <a:gd name="connsiteX9" fmla="*/ 1354412 w 2416629"/>
                    <a:gd name="connsiteY9" fmla="*/ 168442 h 1323473"/>
                    <a:gd name="connsiteX10" fmla="*/ 1467853 w 2416629"/>
                    <a:gd name="connsiteY10" fmla="*/ 0 h 1323473"/>
                    <a:gd name="connsiteX11" fmla="*/ 1577856 w 2416629"/>
                    <a:gd name="connsiteY11" fmla="*/ 61877 h 1323473"/>
                    <a:gd name="connsiteX12" fmla="*/ 1729110 w 2416629"/>
                    <a:gd name="connsiteY12" fmla="*/ 147816 h 1323473"/>
                    <a:gd name="connsiteX13" fmla="*/ 1849426 w 2416629"/>
                    <a:gd name="connsiteY13" fmla="*/ 233756 h 1323473"/>
                    <a:gd name="connsiteX14" fmla="*/ 1739423 w 2416629"/>
                    <a:gd name="connsiteY14" fmla="*/ 302508 h 1323473"/>
                    <a:gd name="connsiteX15" fmla="*/ 1656920 w 2416629"/>
                    <a:gd name="connsiteY15" fmla="*/ 347197 h 1323473"/>
                    <a:gd name="connsiteX16" fmla="*/ 1811612 w 2416629"/>
                    <a:gd name="connsiteY16" fmla="*/ 433137 h 1323473"/>
                    <a:gd name="connsiteX17" fmla="*/ 1993805 w 2416629"/>
                    <a:gd name="connsiteY17" fmla="*/ 546577 h 1323473"/>
                    <a:gd name="connsiteX18" fmla="*/ 2145059 w 2416629"/>
                    <a:gd name="connsiteY18" fmla="*/ 725332 h 1323473"/>
                    <a:gd name="connsiteX19" fmla="*/ 2261937 w 2416629"/>
                    <a:gd name="connsiteY19" fmla="*/ 859398 h 1323473"/>
                    <a:gd name="connsiteX20" fmla="*/ 2378815 w 2416629"/>
                    <a:gd name="connsiteY20" fmla="*/ 1038153 h 1323473"/>
                    <a:gd name="connsiteX21" fmla="*/ 2416629 w 2416629"/>
                    <a:gd name="connsiteY21" fmla="*/ 1106905 h 1323473"/>
                    <a:gd name="connsiteX22" fmla="*/ 2406316 w 2416629"/>
                    <a:gd name="connsiteY22" fmla="*/ 1320036 h 1323473"/>
                    <a:gd name="connsiteX23" fmla="*/ 1969741 w 2416629"/>
                    <a:gd name="connsiteY23" fmla="*/ 1320036 h 1323473"/>
                    <a:gd name="connsiteX24" fmla="*/ 1409414 w 2416629"/>
                    <a:gd name="connsiteY24" fmla="*/ 1320036 h 1323473"/>
                    <a:gd name="connsiteX25" fmla="*/ 952214 w 2416629"/>
                    <a:gd name="connsiteY25" fmla="*/ 1316598 h 1323473"/>
                    <a:gd name="connsiteX26" fmla="*/ 629080 w 2416629"/>
                    <a:gd name="connsiteY26" fmla="*/ 1323473 h 1323473"/>
                    <a:gd name="connsiteX27" fmla="*/ 574078 w 2416629"/>
                    <a:gd name="connsiteY27" fmla="*/ 1230658 h 1323473"/>
                    <a:gd name="connsiteX28" fmla="*/ 491576 w 2416629"/>
                    <a:gd name="connsiteY28" fmla="*/ 1137843 h 1323473"/>
                    <a:gd name="connsiteX29" fmla="*/ 388448 w 2416629"/>
                    <a:gd name="connsiteY29" fmla="*/ 1031278 h 1323473"/>
                    <a:gd name="connsiteX30" fmla="*/ 278445 w 2416629"/>
                    <a:gd name="connsiteY30" fmla="*/ 928150 h 1323473"/>
                    <a:gd name="connsiteX31" fmla="*/ 130629 w 2416629"/>
                    <a:gd name="connsiteY31" fmla="*/ 849086 h 1323473"/>
                    <a:gd name="connsiteX32" fmla="*/ 0 w 2416629"/>
                    <a:gd name="connsiteY32" fmla="*/ 780334 h 132347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</a:cxnLst>
                  <a:rect l="l" t="t" r="r" b="b"/>
                  <a:pathLst>
                    <a:path w="2416629" h="1323473">
                      <a:moveTo>
                        <a:pt x="0" y="780334"/>
                      </a:moveTo>
                      <a:lnTo>
                        <a:pt x="275008" y="666893"/>
                      </a:lnTo>
                      <a:lnTo>
                        <a:pt x="477826" y="498451"/>
                      </a:lnTo>
                      <a:lnTo>
                        <a:pt x="618767" y="330009"/>
                      </a:lnTo>
                      <a:lnTo>
                        <a:pt x="742520" y="395323"/>
                      </a:lnTo>
                      <a:lnTo>
                        <a:pt x="876586" y="467513"/>
                      </a:lnTo>
                      <a:lnTo>
                        <a:pt x="1017528" y="556890"/>
                      </a:lnTo>
                      <a:lnTo>
                        <a:pt x="1120656" y="481263"/>
                      </a:lnTo>
                      <a:lnTo>
                        <a:pt x="1251284" y="319696"/>
                      </a:lnTo>
                      <a:lnTo>
                        <a:pt x="1354412" y="168442"/>
                      </a:lnTo>
                      <a:lnTo>
                        <a:pt x="1467853" y="0"/>
                      </a:lnTo>
                      <a:lnTo>
                        <a:pt x="1577856" y="61877"/>
                      </a:lnTo>
                      <a:lnTo>
                        <a:pt x="1729110" y="147816"/>
                      </a:lnTo>
                      <a:lnTo>
                        <a:pt x="1849426" y="233756"/>
                      </a:lnTo>
                      <a:lnTo>
                        <a:pt x="1739423" y="302508"/>
                      </a:lnTo>
                      <a:lnTo>
                        <a:pt x="1656920" y="347197"/>
                      </a:lnTo>
                      <a:lnTo>
                        <a:pt x="1811612" y="433137"/>
                      </a:lnTo>
                      <a:lnTo>
                        <a:pt x="1993805" y="546577"/>
                      </a:lnTo>
                      <a:lnTo>
                        <a:pt x="2145059" y="725332"/>
                      </a:lnTo>
                      <a:lnTo>
                        <a:pt x="2261937" y="859398"/>
                      </a:lnTo>
                      <a:lnTo>
                        <a:pt x="2378815" y="1038153"/>
                      </a:lnTo>
                      <a:lnTo>
                        <a:pt x="2416629" y="1106905"/>
                      </a:lnTo>
                      <a:lnTo>
                        <a:pt x="2406316" y="1320036"/>
                      </a:lnTo>
                      <a:lnTo>
                        <a:pt x="1969741" y="1320036"/>
                      </a:lnTo>
                      <a:lnTo>
                        <a:pt x="1409414" y="1320036"/>
                      </a:lnTo>
                      <a:lnTo>
                        <a:pt x="952214" y="1316598"/>
                      </a:lnTo>
                      <a:lnTo>
                        <a:pt x="629080" y="1323473"/>
                      </a:lnTo>
                      <a:lnTo>
                        <a:pt x="574078" y="1230658"/>
                      </a:lnTo>
                      <a:lnTo>
                        <a:pt x="491576" y="1137843"/>
                      </a:lnTo>
                      <a:lnTo>
                        <a:pt x="388448" y="1031278"/>
                      </a:lnTo>
                      <a:lnTo>
                        <a:pt x="278445" y="928150"/>
                      </a:lnTo>
                      <a:lnTo>
                        <a:pt x="130629" y="849086"/>
                      </a:lnTo>
                      <a:lnTo>
                        <a:pt x="0" y="780334"/>
                      </a:lnTo>
                      <a:close/>
                    </a:path>
                  </a:pathLst>
                </a:custGeom>
                <a:solidFill>
                  <a:srgbClr val="F5C0B7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grpSp>
              <p:nvGrpSpPr>
                <p:cNvPr id="75" name="Group 74">
                  <a:extLst>
                    <a:ext uri="{FF2B5EF4-FFF2-40B4-BE49-F238E27FC236}">
                      <a16:creationId xmlns:a16="http://schemas.microsoft.com/office/drawing/2014/main" id="{F3813119-DA99-73F3-C7EB-7CE44736310A}"/>
                    </a:ext>
                  </a:extLst>
                </p:cNvPr>
                <p:cNvGrpSpPr/>
                <p:nvPr/>
              </p:nvGrpSpPr>
              <p:grpSpPr>
                <a:xfrm>
                  <a:off x="4112015" y="1586319"/>
                  <a:ext cx="2869738" cy="2015665"/>
                  <a:chOff x="7574672" y="2763478"/>
                  <a:chExt cx="2869738" cy="2015665"/>
                </a:xfrm>
              </p:grpSpPr>
              <p:sp>
                <p:nvSpPr>
                  <p:cNvPr id="83" name="Rectangle 82">
                    <a:extLst>
                      <a:ext uri="{FF2B5EF4-FFF2-40B4-BE49-F238E27FC236}">
                        <a16:creationId xmlns:a16="http://schemas.microsoft.com/office/drawing/2014/main" id="{7C509E77-5ABC-8534-5EF1-E239747512DF}"/>
                      </a:ext>
                    </a:extLst>
                  </p:cNvPr>
                  <p:cNvSpPr/>
                  <p:nvPr/>
                </p:nvSpPr>
                <p:spPr>
                  <a:xfrm>
                    <a:off x="7574675" y="2896345"/>
                    <a:ext cx="2869735" cy="1724987"/>
                  </a:xfrm>
                  <a:prstGeom prst="rect">
                    <a:avLst/>
                  </a:prstGeom>
                  <a:noFill/>
                  <a:ln w="381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grpSp>
                <p:nvGrpSpPr>
                  <p:cNvPr id="84" name="Group 83">
                    <a:extLst>
                      <a:ext uri="{FF2B5EF4-FFF2-40B4-BE49-F238E27FC236}">
                        <a16:creationId xmlns:a16="http://schemas.microsoft.com/office/drawing/2014/main" id="{277CE8E6-7944-DBEA-5BCF-DF220DDDBC40}"/>
                      </a:ext>
                    </a:extLst>
                  </p:cNvPr>
                  <p:cNvGrpSpPr/>
                  <p:nvPr/>
                </p:nvGrpSpPr>
                <p:grpSpPr>
                  <a:xfrm>
                    <a:off x="7574672" y="2763478"/>
                    <a:ext cx="1479536" cy="1253066"/>
                    <a:chOff x="7767143" y="3311721"/>
                    <a:chExt cx="1380947" cy="456447"/>
                  </a:xfrm>
                </p:grpSpPr>
                <p:sp>
                  <p:nvSpPr>
                    <p:cNvPr id="100" name="Freeform: Shape 27">
                      <a:extLst>
                        <a:ext uri="{FF2B5EF4-FFF2-40B4-BE49-F238E27FC236}">
                          <a16:creationId xmlns:a16="http://schemas.microsoft.com/office/drawing/2014/main" id="{22341C3E-5EDD-8366-E357-51DD91A02EC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792998" y="3311721"/>
                      <a:ext cx="1235515" cy="249399"/>
                    </a:xfrm>
                    <a:custGeom>
                      <a:avLst/>
                      <a:gdLst>
                        <a:gd name="connsiteX0" fmla="*/ 0 w 763326"/>
                        <a:gd name="connsiteY0" fmla="*/ 242515 h 242515"/>
                        <a:gd name="connsiteX1" fmla="*/ 393590 w 763326"/>
                        <a:gd name="connsiteY1" fmla="*/ 163002 h 242515"/>
                        <a:gd name="connsiteX2" fmla="*/ 763326 w 763326"/>
                        <a:gd name="connsiteY2" fmla="*/ 0 h 24251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</a:cxnLst>
                      <a:rect l="l" t="t" r="r" b="b"/>
                      <a:pathLst>
                        <a:path w="763326" h="242515">
                          <a:moveTo>
                            <a:pt x="0" y="242515"/>
                          </a:moveTo>
                          <a:cubicBezTo>
                            <a:pt x="133184" y="222968"/>
                            <a:pt x="266369" y="203421"/>
                            <a:pt x="393590" y="163002"/>
                          </a:cubicBezTo>
                          <a:cubicBezTo>
                            <a:pt x="520811" y="122583"/>
                            <a:pt x="642068" y="61291"/>
                            <a:pt x="763326" y="0"/>
                          </a:cubicBezTo>
                        </a:path>
                      </a:pathLst>
                    </a:custGeom>
                    <a:ln w="28575"/>
                  </p:spPr>
                  <p:style>
                    <a:lnRef idx="1">
                      <a:schemeClr val="dk1"/>
                    </a:lnRef>
                    <a:fillRef idx="0">
                      <a:schemeClr val="dk1"/>
                    </a:fillRef>
                    <a:effectRef idx="0">
                      <a:schemeClr val="dk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01" name="Freeform: Shape 28">
                      <a:extLst>
                        <a:ext uri="{FF2B5EF4-FFF2-40B4-BE49-F238E27FC236}">
                          <a16:creationId xmlns:a16="http://schemas.microsoft.com/office/drawing/2014/main" id="{0AFC43FF-27FF-347A-1D71-9E2D266A0843}"/>
                        </a:ext>
                      </a:extLst>
                    </p:cNvPr>
                    <p:cNvSpPr/>
                    <p:nvPr/>
                  </p:nvSpPr>
                  <p:spPr>
                    <a:xfrm flipV="1">
                      <a:off x="7767143" y="3561024"/>
                      <a:ext cx="1380947" cy="207144"/>
                    </a:xfrm>
                    <a:custGeom>
                      <a:avLst/>
                      <a:gdLst>
                        <a:gd name="connsiteX0" fmla="*/ 0 w 763326"/>
                        <a:gd name="connsiteY0" fmla="*/ 242515 h 242515"/>
                        <a:gd name="connsiteX1" fmla="*/ 393590 w 763326"/>
                        <a:gd name="connsiteY1" fmla="*/ 163002 h 242515"/>
                        <a:gd name="connsiteX2" fmla="*/ 763326 w 763326"/>
                        <a:gd name="connsiteY2" fmla="*/ 0 h 24251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</a:cxnLst>
                      <a:rect l="l" t="t" r="r" b="b"/>
                      <a:pathLst>
                        <a:path w="763326" h="242515">
                          <a:moveTo>
                            <a:pt x="0" y="242515"/>
                          </a:moveTo>
                          <a:cubicBezTo>
                            <a:pt x="133184" y="222968"/>
                            <a:pt x="266369" y="203421"/>
                            <a:pt x="393590" y="163002"/>
                          </a:cubicBezTo>
                          <a:cubicBezTo>
                            <a:pt x="520811" y="122583"/>
                            <a:pt x="642068" y="61291"/>
                            <a:pt x="763326" y="0"/>
                          </a:cubicBezTo>
                        </a:path>
                      </a:pathLst>
                    </a:custGeom>
                    <a:ln w="28575"/>
                  </p:spPr>
                  <p:style>
                    <a:lnRef idx="1">
                      <a:schemeClr val="dk1"/>
                    </a:lnRef>
                    <a:fillRef idx="0">
                      <a:schemeClr val="dk1"/>
                    </a:fillRef>
                    <a:effectRef idx="0">
                      <a:schemeClr val="dk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grpSp>
                <p:nvGrpSpPr>
                  <p:cNvPr id="85" name="Group 84">
                    <a:extLst>
                      <a:ext uri="{FF2B5EF4-FFF2-40B4-BE49-F238E27FC236}">
                        <a16:creationId xmlns:a16="http://schemas.microsoft.com/office/drawing/2014/main" id="{109E79E2-FC6B-4CDF-B62D-FC32081691D4}"/>
                      </a:ext>
                    </a:extLst>
                  </p:cNvPr>
                  <p:cNvGrpSpPr/>
                  <p:nvPr/>
                </p:nvGrpSpPr>
                <p:grpSpPr>
                  <a:xfrm>
                    <a:off x="8878874" y="2774496"/>
                    <a:ext cx="996076" cy="912454"/>
                    <a:chOff x="7842128" y="2782559"/>
                    <a:chExt cx="894345" cy="784628"/>
                  </a:xfrm>
                </p:grpSpPr>
                <p:sp>
                  <p:nvSpPr>
                    <p:cNvPr id="98" name="Freeform: Shape 37">
                      <a:extLst>
                        <a:ext uri="{FF2B5EF4-FFF2-40B4-BE49-F238E27FC236}">
                          <a16:creationId xmlns:a16="http://schemas.microsoft.com/office/drawing/2014/main" id="{E5B1BB4D-5638-215C-1A6D-D205955218E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842128" y="2782559"/>
                      <a:ext cx="854701" cy="421172"/>
                    </a:xfrm>
                    <a:custGeom>
                      <a:avLst/>
                      <a:gdLst>
                        <a:gd name="connsiteX0" fmla="*/ 0 w 763326"/>
                        <a:gd name="connsiteY0" fmla="*/ 242515 h 242515"/>
                        <a:gd name="connsiteX1" fmla="*/ 393590 w 763326"/>
                        <a:gd name="connsiteY1" fmla="*/ 163002 h 242515"/>
                        <a:gd name="connsiteX2" fmla="*/ 763326 w 763326"/>
                        <a:gd name="connsiteY2" fmla="*/ 0 h 24251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</a:cxnLst>
                      <a:rect l="l" t="t" r="r" b="b"/>
                      <a:pathLst>
                        <a:path w="763326" h="242515">
                          <a:moveTo>
                            <a:pt x="0" y="242515"/>
                          </a:moveTo>
                          <a:cubicBezTo>
                            <a:pt x="133184" y="222968"/>
                            <a:pt x="266369" y="203421"/>
                            <a:pt x="393590" y="163002"/>
                          </a:cubicBezTo>
                          <a:cubicBezTo>
                            <a:pt x="520811" y="122583"/>
                            <a:pt x="642068" y="61291"/>
                            <a:pt x="763326" y="0"/>
                          </a:cubicBezTo>
                        </a:path>
                      </a:pathLst>
                    </a:custGeom>
                    <a:ln w="28575"/>
                  </p:spPr>
                  <p:style>
                    <a:lnRef idx="1">
                      <a:schemeClr val="dk1"/>
                    </a:lnRef>
                    <a:fillRef idx="0">
                      <a:schemeClr val="dk1"/>
                    </a:fillRef>
                    <a:effectRef idx="0">
                      <a:schemeClr val="dk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99" name="Freeform: Shape 38">
                      <a:extLst>
                        <a:ext uri="{FF2B5EF4-FFF2-40B4-BE49-F238E27FC236}">
                          <a16:creationId xmlns:a16="http://schemas.microsoft.com/office/drawing/2014/main" id="{13CEAB44-31D2-2428-F6E3-64D1093F3CD1}"/>
                        </a:ext>
                      </a:extLst>
                    </p:cNvPr>
                    <p:cNvSpPr/>
                    <p:nvPr/>
                  </p:nvSpPr>
                  <p:spPr>
                    <a:xfrm flipV="1">
                      <a:off x="7842284" y="3198548"/>
                      <a:ext cx="894189" cy="368639"/>
                    </a:xfrm>
                    <a:custGeom>
                      <a:avLst/>
                      <a:gdLst>
                        <a:gd name="connsiteX0" fmla="*/ 0 w 763326"/>
                        <a:gd name="connsiteY0" fmla="*/ 242515 h 242515"/>
                        <a:gd name="connsiteX1" fmla="*/ 393590 w 763326"/>
                        <a:gd name="connsiteY1" fmla="*/ 163002 h 242515"/>
                        <a:gd name="connsiteX2" fmla="*/ 763326 w 763326"/>
                        <a:gd name="connsiteY2" fmla="*/ 0 h 24251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</a:cxnLst>
                      <a:rect l="l" t="t" r="r" b="b"/>
                      <a:pathLst>
                        <a:path w="763326" h="242515">
                          <a:moveTo>
                            <a:pt x="0" y="242515"/>
                          </a:moveTo>
                          <a:cubicBezTo>
                            <a:pt x="133184" y="222968"/>
                            <a:pt x="266369" y="203421"/>
                            <a:pt x="393590" y="163002"/>
                          </a:cubicBezTo>
                          <a:cubicBezTo>
                            <a:pt x="520811" y="122583"/>
                            <a:pt x="642068" y="61291"/>
                            <a:pt x="763326" y="0"/>
                          </a:cubicBezTo>
                        </a:path>
                      </a:pathLst>
                    </a:custGeom>
                    <a:ln w="28575"/>
                  </p:spPr>
                  <p:style>
                    <a:lnRef idx="1">
                      <a:schemeClr val="dk1"/>
                    </a:lnRef>
                    <a:fillRef idx="0">
                      <a:schemeClr val="dk1"/>
                    </a:fillRef>
                    <a:effectRef idx="0">
                      <a:schemeClr val="dk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</p:grpSp>
              <p:grpSp>
                <p:nvGrpSpPr>
                  <p:cNvPr id="86" name="Group 85">
                    <a:extLst>
                      <a:ext uri="{FF2B5EF4-FFF2-40B4-BE49-F238E27FC236}">
                        <a16:creationId xmlns:a16="http://schemas.microsoft.com/office/drawing/2014/main" id="{94BCB191-8B2B-9E84-E821-B38C385B61B0}"/>
                      </a:ext>
                    </a:extLst>
                  </p:cNvPr>
                  <p:cNvGrpSpPr/>
                  <p:nvPr/>
                </p:nvGrpSpPr>
                <p:grpSpPr>
                  <a:xfrm>
                    <a:off x="8748284" y="3455325"/>
                    <a:ext cx="762622" cy="1323818"/>
                    <a:chOff x="7753506" y="2474887"/>
                    <a:chExt cx="1224722" cy="1319764"/>
                  </a:xfrm>
                </p:grpSpPr>
                <p:sp>
                  <p:nvSpPr>
                    <p:cNvPr id="96" name="Freeform: Shape 43">
                      <a:extLst>
                        <a:ext uri="{FF2B5EF4-FFF2-40B4-BE49-F238E27FC236}">
                          <a16:creationId xmlns:a16="http://schemas.microsoft.com/office/drawing/2014/main" id="{83B2DD7F-EB6E-F3EA-7968-FF33429ADBD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753506" y="2474887"/>
                      <a:ext cx="1202201" cy="729722"/>
                    </a:xfrm>
                    <a:custGeom>
                      <a:avLst/>
                      <a:gdLst>
                        <a:gd name="connsiteX0" fmla="*/ 0 w 763326"/>
                        <a:gd name="connsiteY0" fmla="*/ 242515 h 242515"/>
                        <a:gd name="connsiteX1" fmla="*/ 393590 w 763326"/>
                        <a:gd name="connsiteY1" fmla="*/ 163002 h 242515"/>
                        <a:gd name="connsiteX2" fmla="*/ 763326 w 763326"/>
                        <a:gd name="connsiteY2" fmla="*/ 0 h 24251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</a:cxnLst>
                      <a:rect l="l" t="t" r="r" b="b"/>
                      <a:pathLst>
                        <a:path w="763326" h="242515">
                          <a:moveTo>
                            <a:pt x="0" y="242515"/>
                          </a:moveTo>
                          <a:cubicBezTo>
                            <a:pt x="133184" y="222968"/>
                            <a:pt x="266369" y="203421"/>
                            <a:pt x="393590" y="163002"/>
                          </a:cubicBezTo>
                          <a:cubicBezTo>
                            <a:pt x="520811" y="122583"/>
                            <a:pt x="642068" y="61291"/>
                            <a:pt x="763326" y="0"/>
                          </a:cubicBezTo>
                        </a:path>
                      </a:pathLst>
                    </a:custGeom>
                    <a:ln w="28575"/>
                  </p:spPr>
                  <p:style>
                    <a:lnRef idx="1">
                      <a:schemeClr val="dk1"/>
                    </a:lnRef>
                    <a:fillRef idx="0">
                      <a:schemeClr val="dk1"/>
                    </a:fillRef>
                    <a:effectRef idx="0">
                      <a:schemeClr val="dk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97" name="Freeform: Shape 44">
                      <a:extLst>
                        <a:ext uri="{FF2B5EF4-FFF2-40B4-BE49-F238E27FC236}">
                          <a16:creationId xmlns:a16="http://schemas.microsoft.com/office/drawing/2014/main" id="{E83E47ED-C257-D78E-D7A1-80F58F75B029}"/>
                        </a:ext>
                      </a:extLst>
                    </p:cNvPr>
                    <p:cNvSpPr/>
                    <p:nvPr/>
                  </p:nvSpPr>
                  <p:spPr>
                    <a:xfrm flipV="1">
                      <a:off x="7762002" y="3201519"/>
                      <a:ext cx="1216226" cy="593132"/>
                    </a:xfrm>
                    <a:custGeom>
                      <a:avLst/>
                      <a:gdLst>
                        <a:gd name="connsiteX0" fmla="*/ 0 w 763326"/>
                        <a:gd name="connsiteY0" fmla="*/ 242515 h 242515"/>
                        <a:gd name="connsiteX1" fmla="*/ 393590 w 763326"/>
                        <a:gd name="connsiteY1" fmla="*/ 163002 h 242515"/>
                        <a:gd name="connsiteX2" fmla="*/ 763326 w 763326"/>
                        <a:gd name="connsiteY2" fmla="*/ 0 h 24251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</a:cxnLst>
                      <a:rect l="l" t="t" r="r" b="b"/>
                      <a:pathLst>
                        <a:path w="763326" h="242515">
                          <a:moveTo>
                            <a:pt x="0" y="242515"/>
                          </a:moveTo>
                          <a:cubicBezTo>
                            <a:pt x="133184" y="222968"/>
                            <a:pt x="266369" y="203421"/>
                            <a:pt x="393590" y="163002"/>
                          </a:cubicBezTo>
                          <a:cubicBezTo>
                            <a:pt x="520811" y="122583"/>
                            <a:pt x="642068" y="61291"/>
                            <a:pt x="763326" y="0"/>
                          </a:cubicBezTo>
                        </a:path>
                      </a:pathLst>
                    </a:custGeom>
                    <a:ln w="28575"/>
                  </p:spPr>
                  <p:style>
                    <a:lnRef idx="1">
                      <a:schemeClr val="dk1"/>
                    </a:lnRef>
                    <a:fillRef idx="0">
                      <a:schemeClr val="dk1"/>
                    </a:fillRef>
                    <a:effectRef idx="0">
                      <a:schemeClr val="dk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</p:grpSp>
              <p:grpSp>
                <p:nvGrpSpPr>
                  <p:cNvPr id="87" name="Group 86">
                    <a:extLst>
                      <a:ext uri="{FF2B5EF4-FFF2-40B4-BE49-F238E27FC236}">
                        <a16:creationId xmlns:a16="http://schemas.microsoft.com/office/drawing/2014/main" id="{EC0C1AC8-5D71-BAC0-DCAA-4C1E5FDC054A}"/>
                      </a:ext>
                    </a:extLst>
                  </p:cNvPr>
                  <p:cNvGrpSpPr/>
                  <p:nvPr/>
                </p:nvGrpSpPr>
                <p:grpSpPr>
                  <a:xfrm>
                    <a:off x="8008907" y="3781937"/>
                    <a:ext cx="655708" cy="997206"/>
                    <a:chOff x="7386756" y="2209266"/>
                    <a:chExt cx="1489661" cy="1579784"/>
                  </a:xfrm>
                </p:grpSpPr>
                <p:sp>
                  <p:nvSpPr>
                    <p:cNvPr id="94" name="Freeform: Shape 49">
                      <a:extLst>
                        <a:ext uri="{FF2B5EF4-FFF2-40B4-BE49-F238E27FC236}">
                          <a16:creationId xmlns:a16="http://schemas.microsoft.com/office/drawing/2014/main" id="{AB78A581-5EC6-D722-EA5B-DA0C5CF7D72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386756" y="2209266"/>
                      <a:ext cx="1478363" cy="737547"/>
                    </a:xfrm>
                    <a:custGeom>
                      <a:avLst/>
                      <a:gdLst>
                        <a:gd name="connsiteX0" fmla="*/ 0 w 763326"/>
                        <a:gd name="connsiteY0" fmla="*/ 242515 h 242515"/>
                        <a:gd name="connsiteX1" fmla="*/ 393590 w 763326"/>
                        <a:gd name="connsiteY1" fmla="*/ 163002 h 242515"/>
                        <a:gd name="connsiteX2" fmla="*/ 763326 w 763326"/>
                        <a:gd name="connsiteY2" fmla="*/ 0 h 24251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</a:cxnLst>
                      <a:rect l="l" t="t" r="r" b="b"/>
                      <a:pathLst>
                        <a:path w="763326" h="242515">
                          <a:moveTo>
                            <a:pt x="0" y="242515"/>
                          </a:moveTo>
                          <a:cubicBezTo>
                            <a:pt x="133184" y="222968"/>
                            <a:pt x="266369" y="203421"/>
                            <a:pt x="393590" y="163002"/>
                          </a:cubicBezTo>
                          <a:cubicBezTo>
                            <a:pt x="520811" y="122583"/>
                            <a:pt x="642068" y="61291"/>
                            <a:pt x="763326" y="0"/>
                          </a:cubicBezTo>
                        </a:path>
                      </a:pathLst>
                    </a:custGeom>
                    <a:ln w="28575"/>
                  </p:spPr>
                  <p:style>
                    <a:lnRef idx="1">
                      <a:schemeClr val="dk1"/>
                    </a:lnRef>
                    <a:fillRef idx="0">
                      <a:schemeClr val="dk1"/>
                    </a:fillRef>
                    <a:effectRef idx="0">
                      <a:schemeClr val="dk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95" name="Freeform: Shape 50">
                      <a:extLst>
                        <a:ext uri="{FF2B5EF4-FFF2-40B4-BE49-F238E27FC236}">
                          <a16:creationId xmlns:a16="http://schemas.microsoft.com/office/drawing/2014/main" id="{A3169BC4-3D25-E75C-299D-D1E6BF3DFF3D}"/>
                        </a:ext>
                      </a:extLst>
                    </p:cNvPr>
                    <p:cNvSpPr/>
                    <p:nvPr/>
                  </p:nvSpPr>
                  <p:spPr>
                    <a:xfrm flipV="1">
                      <a:off x="7398054" y="2951345"/>
                      <a:ext cx="1478363" cy="837705"/>
                    </a:xfrm>
                    <a:custGeom>
                      <a:avLst/>
                      <a:gdLst>
                        <a:gd name="connsiteX0" fmla="*/ 0 w 763326"/>
                        <a:gd name="connsiteY0" fmla="*/ 242515 h 242515"/>
                        <a:gd name="connsiteX1" fmla="*/ 393590 w 763326"/>
                        <a:gd name="connsiteY1" fmla="*/ 163002 h 242515"/>
                        <a:gd name="connsiteX2" fmla="*/ 763326 w 763326"/>
                        <a:gd name="connsiteY2" fmla="*/ 0 h 24251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</a:cxnLst>
                      <a:rect l="l" t="t" r="r" b="b"/>
                      <a:pathLst>
                        <a:path w="763326" h="242515">
                          <a:moveTo>
                            <a:pt x="0" y="242515"/>
                          </a:moveTo>
                          <a:cubicBezTo>
                            <a:pt x="133184" y="222968"/>
                            <a:pt x="266369" y="203421"/>
                            <a:pt x="393590" y="163002"/>
                          </a:cubicBezTo>
                          <a:cubicBezTo>
                            <a:pt x="520811" y="122583"/>
                            <a:pt x="642068" y="61291"/>
                            <a:pt x="763326" y="0"/>
                          </a:cubicBezTo>
                        </a:path>
                      </a:pathLst>
                    </a:custGeom>
                    <a:ln w="28575"/>
                  </p:spPr>
                  <p:style>
                    <a:lnRef idx="1">
                      <a:schemeClr val="dk1"/>
                    </a:lnRef>
                    <a:fillRef idx="0">
                      <a:schemeClr val="dk1"/>
                    </a:fillRef>
                    <a:effectRef idx="0">
                      <a:schemeClr val="dk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grpSp>
                <p:nvGrpSpPr>
                  <p:cNvPr id="88" name="Group 87">
                    <a:extLst>
                      <a:ext uri="{FF2B5EF4-FFF2-40B4-BE49-F238E27FC236}">
                        <a16:creationId xmlns:a16="http://schemas.microsoft.com/office/drawing/2014/main" id="{07A80551-D386-15AB-BFEA-929EFB865F07}"/>
                      </a:ext>
                    </a:extLst>
                  </p:cNvPr>
                  <p:cNvGrpSpPr/>
                  <p:nvPr/>
                </p:nvGrpSpPr>
                <p:grpSpPr>
                  <a:xfrm>
                    <a:off x="9655239" y="2896345"/>
                    <a:ext cx="767954" cy="1713453"/>
                    <a:chOff x="7465840" y="3235705"/>
                    <a:chExt cx="1332960" cy="512036"/>
                  </a:xfrm>
                </p:grpSpPr>
                <p:sp>
                  <p:nvSpPr>
                    <p:cNvPr id="93" name="Freeform: Shape 53">
                      <a:extLst>
                        <a:ext uri="{FF2B5EF4-FFF2-40B4-BE49-F238E27FC236}">
                          <a16:creationId xmlns:a16="http://schemas.microsoft.com/office/drawing/2014/main" id="{0EB56634-D2D9-D48D-96A3-F5DD25A2BD3D}"/>
                        </a:ext>
                      </a:extLst>
                    </p:cNvPr>
                    <p:cNvSpPr/>
                    <p:nvPr/>
                  </p:nvSpPr>
                  <p:spPr>
                    <a:xfrm flipV="1">
                      <a:off x="7465840" y="3504263"/>
                      <a:ext cx="1332960" cy="243478"/>
                    </a:xfrm>
                    <a:custGeom>
                      <a:avLst/>
                      <a:gdLst>
                        <a:gd name="connsiteX0" fmla="*/ 0 w 763326"/>
                        <a:gd name="connsiteY0" fmla="*/ 242515 h 242515"/>
                        <a:gd name="connsiteX1" fmla="*/ 393590 w 763326"/>
                        <a:gd name="connsiteY1" fmla="*/ 163002 h 242515"/>
                        <a:gd name="connsiteX2" fmla="*/ 763326 w 763326"/>
                        <a:gd name="connsiteY2" fmla="*/ 0 h 24251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</a:cxnLst>
                      <a:rect l="l" t="t" r="r" b="b"/>
                      <a:pathLst>
                        <a:path w="763326" h="242515">
                          <a:moveTo>
                            <a:pt x="0" y="242515"/>
                          </a:moveTo>
                          <a:cubicBezTo>
                            <a:pt x="133184" y="222968"/>
                            <a:pt x="266369" y="203421"/>
                            <a:pt x="393590" y="163002"/>
                          </a:cubicBezTo>
                          <a:cubicBezTo>
                            <a:pt x="520811" y="122583"/>
                            <a:pt x="642068" y="61291"/>
                            <a:pt x="763326" y="0"/>
                          </a:cubicBezTo>
                        </a:path>
                      </a:pathLst>
                    </a:custGeom>
                    <a:ln w="28575"/>
                  </p:spPr>
                  <p:style>
                    <a:lnRef idx="1">
                      <a:schemeClr val="dk1"/>
                    </a:lnRef>
                    <a:fillRef idx="0">
                      <a:schemeClr val="dk1"/>
                    </a:fillRef>
                    <a:effectRef idx="0">
                      <a:schemeClr val="dk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92" name="Freeform: Shape 52">
                      <a:extLst>
                        <a:ext uri="{FF2B5EF4-FFF2-40B4-BE49-F238E27FC236}">
                          <a16:creationId xmlns:a16="http://schemas.microsoft.com/office/drawing/2014/main" id="{800C4C67-9301-9840-6969-F3954F1AAB4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465847" y="3235705"/>
                      <a:ext cx="1292530" cy="272007"/>
                    </a:xfrm>
                    <a:custGeom>
                      <a:avLst/>
                      <a:gdLst>
                        <a:gd name="connsiteX0" fmla="*/ 0 w 763326"/>
                        <a:gd name="connsiteY0" fmla="*/ 242515 h 242515"/>
                        <a:gd name="connsiteX1" fmla="*/ 393590 w 763326"/>
                        <a:gd name="connsiteY1" fmla="*/ 163002 h 242515"/>
                        <a:gd name="connsiteX2" fmla="*/ 763326 w 763326"/>
                        <a:gd name="connsiteY2" fmla="*/ 0 h 24251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</a:cxnLst>
                      <a:rect l="l" t="t" r="r" b="b"/>
                      <a:pathLst>
                        <a:path w="763326" h="242515">
                          <a:moveTo>
                            <a:pt x="0" y="242515"/>
                          </a:moveTo>
                          <a:cubicBezTo>
                            <a:pt x="133184" y="222968"/>
                            <a:pt x="266369" y="203421"/>
                            <a:pt x="393590" y="163002"/>
                          </a:cubicBezTo>
                          <a:cubicBezTo>
                            <a:pt x="520811" y="122583"/>
                            <a:pt x="642068" y="61291"/>
                            <a:pt x="763326" y="0"/>
                          </a:cubicBezTo>
                        </a:path>
                      </a:pathLst>
                    </a:custGeom>
                    <a:ln w="28575"/>
                  </p:spPr>
                  <p:style>
                    <a:lnRef idx="1">
                      <a:schemeClr val="dk1"/>
                    </a:lnRef>
                    <a:fillRef idx="0">
                      <a:schemeClr val="dk1"/>
                    </a:fillRef>
                    <a:effectRef idx="0">
                      <a:schemeClr val="dk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</p:grpSp>
              <p:sp>
                <p:nvSpPr>
                  <p:cNvPr id="90" name="TextBox 89">
                    <a:extLst>
                      <a:ext uri="{FF2B5EF4-FFF2-40B4-BE49-F238E27FC236}">
                        <a16:creationId xmlns:a16="http://schemas.microsoft.com/office/drawing/2014/main" id="{D6043FBD-0E9F-DADA-B4CE-6920DF7C5FDB}"/>
                      </a:ext>
                    </a:extLst>
                  </p:cNvPr>
                  <p:cNvSpPr txBox="1"/>
                  <p:nvPr/>
                </p:nvSpPr>
                <p:spPr>
                  <a:xfrm>
                    <a:off x="8384504" y="4086973"/>
                    <a:ext cx="726679" cy="28644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b="1" dirty="0"/>
                      <a:t>B</a:t>
                    </a:r>
                  </a:p>
                </p:txBody>
              </p:sp>
              <p:sp>
                <p:nvSpPr>
                  <p:cNvPr id="91" name="TextBox 90">
                    <a:extLst>
                      <a:ext uri="{FF2B5EF4-FFF2-40B4-BE49-F238E27FC236}">
                        <a16:creationId xmlns:a16="http://schemas.microsoft.com/office/drawing/2014/main" id="{0CC3D1BB-8D70-1113-46CE-4209AF57258A}"/>
                      </a:ext>
                    </a:extLst>
                  </p:cNvPr>
                  <p:cNvSpPr txBox="1"/>
                  <p:nvPr/>
                </p:nvSpPr>
                <p:spPr>
                  <a:xfrm>
                    <a:off x="9499174" y="3048081"/>
                    <a:ext cx="566813" cy="28644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b="1" dirty="0"/>
                      <a:t>AC</a:t>
                    </a:r>
                  </a:p>
                </p:txBody>
              </p:sp>
            </p:grpSp>
            <p:sp>
              <p:nvSpPr>
                <p:cNvPr id="76" name="TextBox 75">
                  <a:extLst>
                    <a:ext uri="{FF2B5EF4-FFF2-40B4-BE49-F238E27FC236}">
                      <a16:creationId xmlns:a16="http://schemas.microsoft.com/office/drawing/2014/main" id="{E5B3700B-D6FE-0C7C-5858-5E0D76F48C2F}"/>
                    </a:ext>
                  </a:extLst>
                </p:cNvPr>
                <p:cNvSpPr txBox="1"/>
                <p:nvPr/>
              </p:nvSpPr>
              <p:spPr>
                <a:xfrm>
                  <a:off x="5773871" y="2748888"/>
                  <a:ext cx="726679" cy="28644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b="1" dirty="0"/>
                    <a:t>BD</a:t>
                  </a:r>
                </a:p>
              </p:txBody>
            </p:sp>
            <p:sp>
              <p:nvSpPr>
                <p:cNvPr id="79" name="TextBox 78">
                  <a:extLst>
                    <a:ext uri="{FF2B5EF4-FFF2-40B4-BE49-F238E27FC236}">
                      <a16:creationId xmlns:a16="http://schemas.microsoft.com/office/drawing/2014/main" id="{1CE30260-5DBC-A314-A531-2C29504D1140}"/>
                    </a:ext>
                  </a:extLst>
                </p:cNvPr>
                <p:cNvSpPr txBox="1"/>
                <p:nvPr/>
              </p:nvSpPr>
              <p:spPr>
                <a:xfrm>
                  <a:off x="6368140" y="2429649"/>
                  <a:ext cx="726679" cy="332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b="1" dirty="0">
                      <a:solidFill>
                        <a:srgbClr val="4547E6"/>
                      </a:solidFill>
                    </a:rPr>
                    <a:t>A</a:t>
                  </a:r>
                  <a:r>
                    <a:rPr lang="en-US" b="1" dirty="0">
                      <a:solidFill>
                        <a:srgbClr val="DE0906"/>
                      </a:solidFill>
                    </a:rPr>
                    <a:t>BD</a:t>
                  </a:r>
                </a:p>
              </p:txBody>
            </p:sp>
            <p:sp>
              <p:nvSpPr>
                <p:cNvPr id="80" name="TextBox 79">
                  <a:extLst>
                    <a:ext uri="{FF2B5EF4-FFF2-40B4-BE49-F238E27FC236}">
                      <a16:creationId xmlns:a16="http://schemas.microsoft.com/office/drawing/2014/main" id="{A60FEE2F-E358-2134-81D8-15BF6A33A4BE}"/>
                    </a:ext>
                  </a:extLst>
                </p:cNvPr>
                <p:cNvSpPr txBox="1"/>
                <p:nvPr/>
              </p:nvSpPr>
              <p:spPr>
                <a:xfrm>
                  <a:off x="4951406" y="2050600"/>
                  <a:ext cx="223744" cy="28644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b="1" dirty="0"/>
                    <a:t>A</a:t>
                  </a:r>
                </a:p>
              </p:txBody>
            </p:sp>
            <p:sp>
              <p:nvSpPr>
                <p:cNvPr id="81" name="TextBox 80">
                  <a:extLst>
                    <a:ext uri="{FF2B5EF4-FFF2-40B4-BE49-F238E27FC236}">
                      <a16:creationId xmlns:a16="http://schemas.microsoft.com/office/drawing/2014/main" id="{A0A53619-3F60-0B12-77B4-67FBED49D71A}"/>
                    </a:ext>
                  </a:extLst>
                </p:cNvPr>
                <p:cNvSpPr txBox="1"/>
                <p:nvPr/>
              </p:nvSpPr>
              <p:spPr>
                <a:xfrm rot="16200000">
                  <a:off x="2858157" y="1775894"/>
                  <a:ext cx="1923201" cy="305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400" dirty="0">
                      <a:latin typeface="Grandview" panose="020B0502040204020203" pitchFamily="34" charset="0"/>
                      <a:cs typeface="Arial" panose="020B0604020202020204" pitchFamily="34" charset="0"/>
                    </a:rPr>
                    <a:t>Frequency</a:t>
                  </a:r>
                </a:p>
              </p:txBody>
            </p:sp>
            <p:sp>
              <p:nvSpPr>
                <p:cNvPr id="82" name="TextBox 81">
                  <a:extLst>
                    <a:ext uri="{FF2B5EF4-FFF2-40B4-BE49-F238E27FC236}">
                      <a16:creationId xmlns:a16="http://schemas.microsoft.com/office/drawing/2014/main" id="{3B8C6449-C431-50A7-B9E0-FA6A5853C7EF}"/>
                    </a:ext>
                  </a:extLst>
                </p:cNvPr>
                <p:cNvSpPr txBox="1"/>
                <p:nvPr/>
              </p:nvSpPr>
              <p:spPr>
                <a:xfrm>
                  <a:off x="4475730" y="6169755"/>
                  <a:ext cx="223744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20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A</a:t>
                  </a:r>
                </a:p>
              </p:txBody>
            </p:sp>
          </p:grpSp>
          <p:sp>
            <p:nvSpPr>
              <p:cNvPr id="138" name="Rectangle 137">
                <a:extLst>
                  <a:ext uri="{FF2B5EF4-FFF2-40B4-BE49-F238E27FC236}">
                    <a16:creationId xmlns:a16="http://schemas.microsoft.com/office/drawing/2014/main" id="{7E1B7593-2E49-1630-B55A-49E82D3A09DD}"/>
                  </a:ext>
                </a:extLst>
              </p:cNvPr>
              <p:cNvSpPr/>
              <p:nvPr/>
            </p:nvSpPr>
            <p:spPr>
              <a:xfrm>
                <a:off x="1194058" y="4148981"/>
                <a:ext cx="3008145" cy="39315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2A605946-AF24-AD2C-A2E1-BEAADBC723F0}"/>
                  </a:ext>
                </a:extLst>
              </p:cNvPr>
              <p:cNvSpPr/>
              <p:nvPr/>
            </p:nvSpPr>
            <p:spPr>
              <a:xfrm>
                <a:off x="1141433" y="1318923"/>
                <a:ext cx="3022746" cy="33452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133" name="Freeform 132">
              <a:extLst>
                <a:ext uri="{FF2B5EF4-FFF2-40B4-BE49-F238E27FC236}">
                  <a16:creationId xmlns:a16="http://schemas.microsoft.com/office/drawing/2014/main" id="{8C163C9B-D352-4387-3652-3C5968837186}"/>
                </a:ext>
              </a:extLst>
            </p:cNvPr>
            <p:cNvSpPr/>
            <p:nvPr/>
          </p:nvSpPr>
          <p:spPr>
            <a:xfrm>
              <a:off x="2416688" y="2128311"/>
              <a:ext cx="740316" cy="1918317"/>
            </a:xfrm>
            <a:custGeom>
              <a:avLst/>
              <a:gdLst>
                <a:gd name="connsiteX0" fmla="*/ 0 w 733586"/>
                <a:gd name="connsiteY0" fmla="*/ 1002224 h 1926956"/>
                <a:gd name="connsiteX1" fmla="*/ 191146 w 733586"/>
                <a:gd name="connsiteY1" fmla="*/ 873072 h 1926956"/>
                <a:gd name="connsiteX2" fmla="*/ 335796 w 733586"/>
                <a:gd name="connsiteY2" fmla="*/ 707756 h 1926956"/>
                <a:gd name="connsiteX3" fmla="*/ 485613 w 733586"/>
                <a:gd name="connsiteY3" fmla="*/ 444285 h 1926956"/>
                <a:gd name="connsiteX4" fmla="*/ 650929 w 733586"/>
                <a:gd name="connsiteY4" fmla="*/ 92990 h 1926956"/>
                <a:gd name="connsiteX5" fmla="*/ 671593 w 733586"/>
                <a:gd name="connsiteY5" fmla="*/ 0 h 1926956"/>
                <a:gd name="connsiteX6" fmla="*/ 733586 w 733586"/>
                <a:gd name="connsiteY6" fmla="*/ 0 h 1926956"/>
                <a:gd name="connsiteX7" fmla="*/ 733586 w 733586"/>
                <a:gd name="connsiteY7" fmla="*/ 1926956 h 1926956"/>
                <a:gd name="connsiteX8" fmla="*/ 733586 w 733586"/>
                <a:gd name="connsiteY8" fmla="*/ 1926956 h 1926956"/>
                <a:gd name="connsiteX9" fmla="*/ 604434 w 733586"/>
                <a:gd name="connsiteY9" fmla="*/ 1704814 h 1926956"/>
                <a:gd name="connsiteX10" fmla="*/ 485613 w 733586"/>
                <a:gd name="connsiteY10" fmla="*/ 1482672 h 1926956"/>
                <a:gd name="connsiteX11" fmla="*/ 377125 w 733586"/>
                <a:gd name="connsiteY11" fmla="*/ 1296692 h 1926956"/>
                <a:gd name="connsiteX12" fmla="*/ 242807 w 733586"/>
                <a:gd name="connsiteY12" fmla="*/ 1183038 h 1926956"/>
                <a:gd name="connsiteX13" fmla="*/ 0 w 733586"/>
                <a:gd name="connsiteY13" fmla="*/ 1002224 h 19269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733586" h="1926956">
                  <a:moveTo>
                    <a:pt x="0" y="1002224"/>
                  </a:moveTo>
                  <a:lnTo>
                    <a:pt x="191146" y="873072"/>
                  </a:lnTo>
                  <a:lnTo>
                    <a:pt x="335796" y="707756"/>
                  </a:lnTo>
                  <a:lnTo>
                    <a:pt x="485613" y="444285"/>
                  </a:lnTo>
                  <a:lnTo>
                    <a:pt x="650929" y="92990"/>
                  </a:lnTo>
                  <a:lnTo>
                    <a:pt x="671593" y="0"/>
                  </a:lnTo>
                  <a:lnTo>
                    <a:pt x="733586" y="0"/>
                  </a:lnTo>
                  <a:lnTo>
                    <a:pt x="733586" y="1926956"/>
                  </a:lnTo>
                  <a:lnTo>
                    <a:pt x="733586" y="1926956"/>
                  </a:lnTo>
                  <a:lnTo>
                    <a:pt x="604434" y="1704814"/>
                  </a:lnTo>
                  <a:lnTo>
                    <a:pt x="485613" y="1482672"/>
                  </a:lnTo>
                  <a:lnTo>
                    <a:pt x="377125" y="1296692"/>
                  </a:lnTo>
                  <a:lnTo>
                    <a:pt x="242807" y="1183038"/>
                  </a:lnTo>
                  <a:lnTo>
                    <a:pt x="0" y="1002224"/>
                  </a:lnTo>
                  <a:close/>
                </a:path>
              </a:pathLst>
            </a:custGeom>
            <a:solidFill>
              <a:srgbClr val="8AA4DD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7" name="Freeform 136">
              <a:extLst>
                <a:ext uri="{FF2B5EF4-FFF2-40B4-BE49-F238E27FC236}">
                  <a16:creationId xmlns:a16="http://schemas.microsoft.com/office/drawing/2014/main" id="{C7AE9839-F8ED-5698-8AD7-3EB80E38C1DE}"/>
                </a:ext>
              </a:extLst>
            </p:cNvPr>
            <p:cNvSpPr/>
            <p:nvPr/>
          </p:nvSpPr>
          <p:spPr>
            <a:xfrm>
              <a:off x="2412569" y="2128434"/>
              <a:ext cx="687092" cy="986725"/>
            </a:xfrm>
            <a:custGeom>
              <a:avLst/>
              <a:gdLst>
                <a:gd name="connsiteX0" fmla="*/ 0 w 687092"/>
                <a:gd name="connsiteY0" fmla="*/ 986725 h 986725"/>
                <a:gd name="connsiteX1" fmla="*/ 211811 w 687092"/>
                <a:gd name="connsiteY1" fmla="*/ 842074 h 986725"/>
                <a:gd name="connsiteX2" fmla="*/ 444285 w 687092"/>
                <a:gd name="connsiteY2" fmla="*/ 521776 h 986725"/>
                <a:gd name="connsiteX3" fmla="*/ 687092 w 687092"/>
                <a:gd name="connsiteY3" fmla="*/ 0 h 986725"/>
                <a:gd name="connsiteX4" fmla="*/ 687092 w 687092"/>
                <a:gd name="connsiteY4" fmla="*/ 0 h 986725"/>
                <a:gd name="connsiteX5" fmla="*/ 687092 w 687092"/>
                <a:gd name="connsiteY5" fmla="*/ 0 h 986725"/>
                <a:gd name="connsiteX6" fmla="*/ 687092 w 687092"/>
                <a:gd name="connsiteY6" fmla="*/ 0 h 986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7092" h="986725">
                  <a:moveTo>
                    <a:pt x="0" y="986725"/>
                  </a:moveTo>
                  <a:cubicBezTo>
                    <a:pt x="68882" y="953145"/>
                    <a:pt x="137764" y="919565"/>
                    <a:pt x="211811" y="842074"/>
                  </a:cubicBezTo>
                  <a:cubicBezTo>
                    <a:pt x="285858" y="764583"/>
                    <a:pt x="365072" y="662122"/>
                    <a:pt x="444285" y="521776"/>
                  </a:cubicBezTo>
                  <a:cubicBezTo>
                    <a:pt x="523498" y="381430"/>
                    <a:pt x="687092" y="0"/>
                    <a:pt x="687092" y="0"/>
                  </a:cubicBezTo>
                  <a:lnTo>
                    <a:pt x="687092" y="0"/>
                  </a:lnTo>
                  <a:lnTo>
                    <a:pt x="687092" y="0"/>
                  </a:lnTo>
                  <a:lnTo>
                    <a:pt x="687092" y="0"/>
                  </a:lnTo>
                </a:path>
              </a:pathLst>
            </a:cu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9" name="Freeform 138">
              <a:extLst>
                <a:ext uri="{FF2B5EF4-FFF2-40B4-BE49-F238E27FC236}">
                  <a16:creationId xmlns:a16="http://schemas.microsoft.com/office/drawing/2014/main" id="{2CF17E16-A7BB-0720-7311-7327CB80379B}"/>
                </a:ext>
              </a:extLst>
            </p:cNvPr>
            <p:cNvSpPr/>
            <p:nvPr/>
          </p:nvSpPr>
          <p:spPr>
            <a:xfrm>
              <a:off x="2417736" y="3115159"/>
              <a:ext cx="712922" cy="904068"/>
            </a:xfrm>
            <a:custGeom>
              <a:avLst/>
              <a:gdLst>
                <a:gd name="connsiteX0" fmla="*/ 0 w 712922"/>
                <a:gd name="connsiteY0" fmla="*/ 0 h 904068"/>
                <a:gd name="connsiteX1" fmla="*/ 222142 w 712922"/>
                <a:gd name="connsiteY1" fmla="*/ 170482 h 904068"/>
                <a:gd name="connsiteX2" fmla="*/ 361627 w 712922"/>
                <a:gd name="connsiteY2" fmla="*/ 289302 h 904068"/>
                <a:gd name="connsiteX3" fmla="*/ 495945 w 712922"/>
                <a:gd name="connsiteY3" fmla="*/ 501112 h 904068"/>
                <a:gd name="connsiteX4" fmla="*/ 712922 w 712922"/>
                <a:gd name="connsiteY4" fmla="*/ 904068 h 904068"/>
                <a:gd name="connsiteX5" fmla="*/ 712922 w 712922"/>
                <a:gd name="connsiteY5" fmla="*/ 904068 h 9040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12922" h="904068">
                  <a:moveTo>
                    <a:pt x="0" y="0"/>
                  </a:moveTo>
                  <a:cubicBezTo>
                    <a:pt x="80935" y="61132"/>
                    <a:pt x="161871" y="122265"/>
                    <a:pt x="222142" y="170482"/>
                  </a:cubicBezTo>
                  <a:cubicBezTo>
                    <a:pt x="282413" y="218699"/>
                    <a:pt x="315993" y="234197"/>
                    <a:pt x="361627" y="289302"/>
                  </a:cubicBezTo>
                  <a:cubicBezTo>
                    <a:pt x="407261" y="344407"/>
                    <a:pt x="437396" y="398651"/>
                    <a:pt x="495945" y="501112"/>
                  </a:cubicBezTo>
                  <a:cubicBezTo>
                    <a:pt x="554494" y="603573"/>
                    <a:pt x="712922" y="904068"/>
                    <a:pt x="712922" y="904068"/>
                  </a:cubicBezTo>
                  <a:lnTo>
                    <a:pt x="712922" y="904068"/>
                  </a:lnTo>
                </a:path>
              </a:pathLst>
            </a:cu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2" name="Rectangle 141">
              <a:extLst>
                <a:ext uri="{FF2B5EF4-FFF2-40B4-BE49-F238E27FC236}">
                  <a16:creationId xmlns:a16="http://schemas.microsoft.com/office/drawing/2014/main" id="{153C8A96-D81F-29F0-BEF2-C4DA06B06F7B}"/>
                </a:ext>
              </a:extLst>
            </p:cNvPr>
            <p:cNvSpPr/>
            <p:nvPr/>
          </p:nvSpPr>
          <p:spPr>
            <a:xfrm>
              <a:off x="433389" y="4049671"/>
              <a:ext cx="2802741" cy="30700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5" name="TextBox 144">
              <a:extLst>
                <a:ext uri="{FF2B5EF4-FFF2-40B4-BE49-F238E27FC236}">
                  <a16:creationId xmlns:a16="http://schemas.microsoft.com/office/drawing/2014/main" id="{044B7B25-8CD5-4CEA-1E69-65959E8B2B0D}"/>
                </a:ext>
              </a:extLst>
            </p:cNvPr>
            <p:cNvSpPr txBox="1"/>
            <p:nvPr/>
          </p:nvSpPr>
          <p:spPr>
            <a:xfrm>
              <a:off x="1527677" y="4035897"/>
              <a:ext cx="1095236" cy="240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latin typeface="Grandview" panose="020B0502040204020203" pitchFamily="34" charset="0"/>
                  <a:cs typeface="Arial" panose="020B0604020202020204" pitchFamily="34" charset="0"/>
                </a:rPr>
                <a:t>Time</a:t>
              </a:r>
            </a:p>
          </p:txBody>
        </p:sp>
        <p:sp>
          <p:nvSpPr>
            <p:cNvPr id="146" name="TextBox 145">
              <a:extLst>
                <a:ext uri="{FF2B5EF4-FFF2-40B4-BE49-F238E27FC236}">
                  <a16:creationId xmlns:a16="http://schemas.microsoft.com/office/drawing/2014/main" id="{C0FEE011-37B5-507A-B4F8-0BEE3164E752}"/>
                </a:ext>
              </a:extLst>
            </p:cNvPr>
            <p:cNvSpPr txBox="1"/>
            <p:nvPr/>
          </p:nvSpPr>
          <p:spPr>
            <a:xfrm>
              <a:off x="2554057" y="2929994"/>
              <a:ext cx="682073" cy="31854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/>
                <a:t>ABD</a:t>
              </a:r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7BF804FB-414B-7C34-3E15-DE2A75FC0C4F}"/>
              </a:ext>
            </a:extLst>
          </p:cNvPr>
          <p:cNvSpPr txBox="1"/>
          <p:nvPr/>
        </p:nvSpPr>
        <p:spPr>
          <a:xfrm>
            <a:off x="8968526" y="1375151"/>
            <a:ext cx="2237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Grandview" panose="020B0502040204020203" pitchFamily="34" charset="0"/>
                <a:cs typeface="Arial" panose="020B0604020202020204" pitchFamily="34" charset="0"/>
              </a:rPr>
              <a:t>d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46365D6-CB38-3489-1631-1CFC256C322B}"/>
              </a:ext>
            </a:extLst>
          </p:cNvPr>
          <p:cNvGrpSpPr/>
          <p:nvPr/>
        </p:nvGrpSpPr>
        <p:grpSpPr>
          <a:xfrm>
            <a:off x="8598624" y="2369762"/>
            <a:ext cx="238527" cy="2076869"/>
            <a:chOff x="8352114" y="2446387"/>
            <a:chExt cx="238527" cy="2005161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F55664A-5E01-C719-AD53-A398F25BFC23}"/>
                </a:ext>
              </a:extLst>
            </p:cNvPr>
            <p:cNvSpPr/>
            <p:nvPr/>
          </p:nvSpPr>
          <p:spPr>
            <a:xfrm>
              <a:off x="8376925" y="2478355"/>
              <a:ext cx="188911" cy="160637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A19B292D-C7BC-431B-4AF2-66C01D63450E}"/>
                </a:ext>
              </a:extLst>
            </p:cNvPr>
            <p:cNvSpPr txBox="1"/>
            <p:nvPr/>
          </p:nvSpPr>
          <p:spPr>
            <a:xfrm rot="5400000">
              <a:off x="7871088" y="3731994"/>
              <a:ext cx="1200580" cy="23852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950" dirty="0">
                  <a:latin typeface="Grandview" panose="020B0502040204020203" pitchFamily="34" charset="0"/>
                </a:rPr>
                <a:t>More asexual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4F2941CC-C4DE-0CE4-6A48-9D310AEFD4A3}"/>
                </a:ext>
              </a:extLst>
            </p:cNvPr>
            <p:cNvSpPr txBox="1"/>
            <p:nvPr/>
          </p:nvSpPr>
          <p:spPr>
            <a:xfrm rot="5400000">
              <a:off x="8000693" y="2797808"/>
              <a:ext cx="941370" cy="23852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950" dirty="0">
                  <a:latin typeface="Grandview" panose="020B0502040204020203" pitchFamily="34" charset="0"/>
                </a:rPr>
                <a:t>More sexual</a:t>
              </a: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C83598AB-E4BD-819F-2B57-AE00C310E45E}"/>
              </a:ext>
            </a:extLst>
          </p:cNvPr>
          <p:cNvSpPr txBox="1"/>
          <p:nvPr/>
        </p:nvSpPr>
        <p:spPr>
          <a:xfrm>
            <a:off x="4796" y="6132878"/>
            <a:ext cx="4849091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b="1" dirty="0"/>
              <a:t>Figure 1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3FE6364-B756-932F-0B41-2700081F215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1570"/>
          <a:stretch/>
        </p:blipFill>
        <p:spPr>
          <a:xfrm>
            <a:off x="9009530" y="1697470"/>
            <a:ext cx="2376446" cy="27432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F3B0441E-B455-F278-802B-A1D71C8C11D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64773"/>
          <a:stretch/>
        </p:blipFill>
        <p:spPr>
          <a:xfrm>
            <a:off x="3311117" y="1689474"/>
            <a:ext cx="2944597" cy="274320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4412FD22-FF0C-0ECD-E983-540535DEC368}"/>
                  </a:ext>
                </a:extLst>
              </p:cNvPr>
              <p:cNvSpPr txBox="1"/>
              <p:nvPr/>
            </p:nvSpPr>
            <p:spPr>
              <a:xfrm>
                <a:off x="10559093" y="1778379"/>
                <a:ext cx="974971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87%</m:t>
                      </m:r>
                    </m:oMath>
                  </m:oMathPara>
                </a14:m>
                <a:endParaRPr lang="en-US" sz="800" dirty="0">
                  <a:solidFill>
                    <a:srgbClr val="FF0000"/>
                  </a:solidFill>
                  <a:latin typeface="Grandview" panose="020B0502040204020203" pitchFamily="34" charset="0"/>
                </a:endParaRPr>
              </a:p>
              <a:p>
                <a:endParaRPr lang="en-US" sz="900" dirty="0">
                  <a:latin typeface="Grandview" panose="020B0502040204020203" pitchFamily="34" charset="0"/>
                </a:endParaRPr>
              </a:p>
              <a:p>
                <a:endParaRPr lang="en-US" dirty="0"/>
              </a:p>
            </p:txBody>
          </p:sp>
        </mc:Choice>
        <mc:Fallback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4412FD22-FF0C-0ECD-E983-540535DEC3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59093" y="1778379"/>
                <a:ext cx="974971" cy="64633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7D4D6498-9A9F-E069-4AC1-2A41B70AE0CA}"/>
                  </a:ext>
                </a:extLst>
              </p:cNvPr>
              <p:cNvSpPr txBox="1"/>
              <p:nvPr/>
            </p:nvSpPr>
            <p:spPr>
              <a:xfrm>
                <a:off x="10567727" y="2107975"/>
                <a:ext cx="974971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99</m:t>
                      </m:r>
                      <m:r>
                        <a:rPr lang="en-US" sz="800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%</m:t>
                      </m:r>
                    </m:oMath>
                  </m:oMathPara>
                </a14:m>
                <a:endParaRPr lang="en-US" sz="800" dirty="0">
                  <a:solidFill>
                    <a:srgbClr val="0000FF"/>
                  </a:solidFill>
                  <a:latin typeface="Grandview" panose="020B0502040204020203" pitchFamily="34" charset="0"/>
                </a:endParaRPr>
              </a:p>
              <a:p>
                <a:endParaRPr lang="en-US" sz="900" dirty="0">
                  <a:latin typeface="Grandview" panose="020B0502040204020203" pitchFamily="34" charset="0"/>
                </a:endParaRPr>
              </a:p>
              <a:p>
                <a:endParaRPr lang="en-US" dirty="0"/>
              </a:p>
            </p:txBody>
          </p:sp>
        </mc:Choice>
        <mc:Fallback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7D4D6498-9A9F-E069-4AC1-2A41B70AE0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67727" y="2107975"/>
                <a:ext cx="974971" cy="64633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7B534485-5366-9F27-169B-B5D41A795C47}"/>
                  </a:ext>
                </a:extLst>
              </p:cNvPr>
              <p:cNvSpPr txBox="1"/>
              <p:nvPr/>
            </p:nvSpPr>
            <p:spPr>
              <a:xfrm>
                <a:off x="10527842" y="2332265"/>
                <a:ext cx="974971" cy="63094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" i="1" smtClean="0">
                          <a:solidFill>
                            <a:srgbClr val="008200"/>
                          </a:solidFill>
                          <a:latin typeface="Cambria Math" panose="02040503050406030204" pitchFamily="18" charset="0"/>
                        </a:rPr>
                        <m:t>&gt;</m:t>
                      </m:r>
                      <m:r>
                        <a:rPr lang="en-US" sz="800" b="0" i="1" smtClean="0">
                          <a:solidFill>
                            <a:srgbClr val="008200"/>
                          </a:solidFill>
                          <a:latin typeface="Cambria Math" panose="02040503050406030204" pitchFamily="18" charset="0"/>
                        </a:rPr>
                        <m:t>99</m:t>
                      </m:r>
                      <m:r>
                        <a:rPr lang="en-US" sz="800" i="1">
                          <a:solidFill>
                            <a:srgbClr val="008200"/>
                          </a:solidFill>
                          <a:latin typeface="Cambria Math" panose="02040503050406030204" pitchFamily="18" charset="0"/>
                        </a:rPr>
                        <m:t>%</m:t>
                      </m:r>
                    </m:oMath>
                  </m:oMathPara>
                </a14:m>
                <a:endParaRPr lang="en-US" sz="800" dirty="0">
                  <a:solidFill>
                    <a:srgbClr val="008200"/>
                  </a:solidFill>
                  <a:latin typeface="Grandview" panose="020B0502040204020203" pitchFamily="34" charset="0"/>
                </a:endParaRPr>
              </a:p>
              <a:p>
                <a:endParaRPr lang="en-US" sz="900" dirty="0">
                  <a:latin typeface="Grandview" panose="020B0502040204020203" pitchFamily="34" charset="0"/>
                </a:endParaRPr>
              </a:p>
              <a:p>
                <a:endParaRPr lang="en-US" dirty="0"/>
              </a:p>
            </p:txBody>
          </p:sp>
        </mc:Choice>
        <mc:Fallback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7B534485-5366-9F27-169B-B5D41A795C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27842" y="2332265"/>
                <a:ext cx="974971" cy="63094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306259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</Words>
  <Application>Microsoft Macintosh PowerPoint</Application>
  <PresentationFormat>Widescreen</PresentationFormat>
  <Paragraphs>19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Cambria Math</vt:lpstr>
      <vt:lpstr>Grandview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James thomas Ferrare</dc:creator>
  <cp:lastModifiedBy>James thomas Ferrare</cp:lastModifiedBy>
  <cp:revision>1</cp:revision>
  <dcterms:created xsi:type="dcterms:W3CDTF">2026-02-16T18:40:14Z</dcterms:created>
  <dcterms:modified xsi:type="dcterms:W3CDTF">2026-02-16T18:41:05Z</dcterms:modified>
</cp:coreProperties>
</file>